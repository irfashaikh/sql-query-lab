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70" r:id="rId4"/>
    <p:sldId id="273" r:id="rId5"/>
    <p:sldId id="274" r:id="rId6"/>
  </p:sldIdLst>
  <p:sldSz cx="13004800" cy="7315200"/>
  <p:notesSz cx="6858000" cy="9144000"/>
  <p:embeddedFontLst>
    <p:embeddedFont>
      <p:font typeface="Montserrat Classic Bold" panose="020B0604020202020204" charset="0"/>
      <p:regular r:id="rId7"/>
    </p:embeddedFont>
    <p:embeddedFont>
      <p:font typeface="Montserrat Light" panose="00000400000000000000" pitchFamily="2" charset="0"/>
      <p:regular r:id="rId8"/>
      <p: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212" autoAdjust="0"/>
  </p:normalViewPr>
  <p:slideViewPr>
    <p:cSldViewPr>
      <p:cViewPr varScale="1">
        <p:scale>
          <a:sx n="76" d="100"/>
          <a:sy n="76" d="100"/>
        </p:scale>
        <p:origin x="720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809FC33-BF24-5B77-17F1-A390CB7469A0}"/>
              </a:ext>
            </a:extLst>
          </p:cNvPr>
          <p:cNvSpPr txBox="1"/>
          <p:nvPr userDrawn="1"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0800" y="1534876"/>
            <a:ext cx="10076924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73"/>
              </a:lnSpc>
            </a:pPr>
            <a:r>
              <a:rPr lang="en-US" sz="8585" spc="6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Bitmap Index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8590" y="6783954"/>
            <a:ext cx="47498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73651" y="6853292"/>
            <a:ext cx="34671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599924" y="7094635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3" y="0"/>
                </a:lnTo>
                <a:lnTo>
                  <a:pt x="668883" y="108289"/>
                </a:lnTo>
                <a:lnTo>
                  <a:pt x="0" y="108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8" name="Freeform 8"/>
          <p:cNvSpPr/>
          <p:nvPr/>
        </p:nvSpPr>
        <p:spPr>
          <a:xfrm rot="5400000">
            <a:off x="7216603" y="7103173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2" y="0"/>
                </a:lnTo>
                <a:lnTo>
                  <a:pt x="668882" y="108288"/>
                </a:lnTo>
                <a:lnTo>
                  <a:pt x="0" y="10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83478" y="711201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1" y="0"/>
                </a:lnTo>
                <a:lnTo>
                  <a:pt x="761309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Mechanism of Bitmap</a:t>
            </a:r>
          </a:p>
        </p:txBody>
      </p:sp>
      <p:sp>
        <p:nvSpPr>
          <p:cNvPr id="5" name="Freeform 5"/>
          <p:cNvSpPr/>
          <p:nvPr/>
        </p:nvSpPr>
        <p:spPr>
          <a:xfrm>
            <a:off x="1423294" y="3200400"/>
            <a:ext cx="10112003" cy="163437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2949704" y="3373759"/>
            <a:ext cx="7924800" cy="668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With a bitmap index, a single index entry uses a bitmap to point to many rows simultaneously.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0410" y="3605915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436581" y="5091054"/>
            <a:ext cx="10112003" cy="163437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969522" y="5450086"/>
            <a:ext cx="7902445" cy="856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80"/>
              </a:lnSpc>
            </a:pP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That means a bitmap index store pointers to many rows with a single index key entry.</a:t>
            </a:r>
            <a:endParaRPr 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00410" y="5491463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6" name="Group 6"/>
          <p:cNvGrpSpPr/>
          <p:nvPr/>
        </p:nvGrpSpPr>
        <p:grpSpPr>
          <a:xfrm>
            <a:off x="6502399" y="1295400"/>
            <a:ext cx="5213147" cy="1670884"/>
            <a:chOff x="17243" y="19051"/>
            <a:chExt cx="5802111" cy="948978"/>
          </a:xfrm>
        </p:grpSpPr>
        <p:sp>
          <p:nvSpPr>
            <p:cNvPr id="7" name="TextBox 7"/>
            <p:cNvSpPr txBox="1"/>
            <p:nvPr/>
          </p:nvSpPr>
          <p:spPr>
            <a:xfrm>
              <a:off x="17243" y="19051"/>
              <a:ext cx="5638899" cy="948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405"/>
                </a:lnSpc>
              </a:pPr>
              <a:endParaRPr lang="en-US" sz="6440" spc="45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9008" y="265319"/>
              <a:ext cx="5670346" cy="476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8706" lvl="1" indent="-199354">
                <a:lnSpc>
                  <a:spcPts val="3380"/>
                </a:lnSpc>
                <a:buFont typeface="Arial"/>
                <a:buChar char="•"/>
              </a:pPr>
              <a:r>
                <a:rPr lang="en-US" sz="2415" spc="96" dirty="0">
                  <a:solidFill>
                    <a:srgbClr val="888888"/>
                  </a:solidFill>
                  <a:latin typeface="Montserrat Light"/>
                </a:rPr>
                <a:t>Creating a Bitmap Index on Job column of Emp table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F247F1A-C3A7-95EE-F75E-984DFF44E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952500"/>
            <a:ext cx="6002719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5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5" y="922432"/>
            <a:ext cx="10641706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When to create Bitmap Index</a:t>
            </a:r>
          </a:p>
        </p:txBody>
      </p:sp>
      <p:sp>
        <p:nvSpPr>
          <p:cNvPr id="5" name="Freeform 5"/>
          <p:cNvSpPr/>
          <p:nvPr/>
        </p:nvSpPr>
        <p:spPr>
          <a:xfrm>
            <a:off x="1320800" y="3627455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1) When a column has many redundant values.</a:t>
            </a:r>
          </a:p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It means when there is </a:t>
            </a:r>
            <a:r>
              <a:rPr 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Montserrat Light"/>
              </a:rPr>
              <a:t>low cardinality 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of values.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7EB562F-85F2-5430-FA3B-37DE608649F7}"/>
              </a:ext>
            </a:extLst>
          </p:cNvPr>
          <p:cNvSpPr/>
          <p:nvPr/>
        </p:nvSpPr>
        <p:spPr>
          <a:xfrm>
            <a:off x="1320799" y="5176832"/>
            <a:ext cx="10112003" cy="988567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2) In each distinct value there are many records.</a:t>
            </a:r>
          </a:p>
        </p:txBody>
      </p:sp>
    </p:spTree>
    <p:extLst>
      <p:ext uri="{BB962C8B-B14F-4D97-AF65-F5344CB8AC3E}">
        <p14:creationId xmlns:p14="http://schemas.microsoft.com/office/powerpoint/2010/main" val="105338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14400"/>
            <a:ext cx="10641706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Bitmap Index</a:t>
            </a:r>
          </a:p>
        </p:txBody>
      </p:sp>
      <p:sp>
        <p:nvSpPr>
          <p:cNvPr id="5" name="Freeform 5"/>
          <p:cNvSpPr/>
          <p:nvPr/>
        </p:nvSpPr>
        <p:spPr>
          <a:xfrm>
            <a:off x="1320799" y="3581400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pPr algn="ctr"/>
            <a:r>
              <a:rPr 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Let’s Explore Bitmap Index </a:t>
            </a:r>
            <a:r>
              <a:rPr lang="en-US" sz="2415" b="1" spc="96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in detail.</a:t>
            </a:r>
            <a:endParaRPr lang="en-US" sz="2415" b="1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187884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104</Words>
  <Application>Microsoft Office PowerPoint</Application>
  <PresentationFormat>Custom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 Classic Bold</vt:lpstr>
      <vt:lpstr>Arial</vt:lpstr>
      <vt:lpstr>Calibri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White PPT</dc:title>
  <dc:creator>USER</dc:creator>
  <cp:lastModifiedBy>Mandar Mulay</cp:lastModifiedBy>
  <cp:revision>74</cp:revision>
  <dcterms:created xsi:type="dcterms:W3CDTF">2006-08-16T00:00:00Z</dcterms:created>
  <dcterms:modified xsi:type="dcterms:W3CDTF">2024-05-29T08:40:04Z</dcterms:modified>
  <dc:identifier>DAFomaKSJEc</dc:identifier>
</cp:coreProperties>
</file>