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59" r:id="rId4"/>
    <p:sldId id="274" r:id="rId5"/>
    <p:sldId id="264" r:id="rId6"/>
  </p:sldIdLst>
  <p:sldSz cx="13004800" cy="73152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Montserrat Classic Bold" panose="020B0604020202020204" charset="0"/>
      <p:regular r:id="rId11"/>
    </p:embeddedFont>
    <p:embeddedFont>
      <p:font typeface="Montserrat Light" panose="00000400000000000000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212" autoAdjust="0"/>
  </p:normalViewPr>
  <p:slideViewPr>
    <p:cSldViewPr>
      <p:cViewPr varScale="1">
        <p:scale>
          <a:sx n="76" d="100"/>
          <a:sy n="76" d="100"/>
        </p:scale>
        <p:origin x="720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809FC33-BF24-5B77-17F1-A390CB7469A0}"/>
              </a:ext>
            </a:extLst>
          </p:cNvPr>
          <p:cNvSpPr txBox="1"/>
          <p:nvPr userDrawn="1"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34876"/>
            <a:ext cx="10076924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Function Based Index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8590" y="6783954"/>
            <a:ext cx="47498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73651" y="6853292"/>
            <a:ext cx="34671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599924" y="7094635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8" name="Freeform 8"/>
          <p:cNvSpPr/>
          <p:nvPr/>
        </p:nvSpPr>
        <p:spPr>
          <a:xfrm rot="5400000">
            <a:off x="7216603" y="7103173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2" y="0"/>
                </a:lnTo>
                <a:lnTo>
                  <a:pt x="668882" y="108288"/>
                </a:lnTo>
                <a:lnTo>
                  <a:pt x="0" y="10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3478" y="711201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1" y="0"/>
                </a:lnTo>
                <a:lnTo>
                  <a:pt x="761309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521099" y="3251086"/>
            <a:ext cx="10112003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094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66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Background for </a:t>
            </a:r>
            <a:r>
              <a:rPr lang="en-US" sz="6600" spc="525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Function based </a:t>
            </a:r>
            <a:r>
              <a:rPr lang="en-US" sz="66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index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9704" y="3373759"/>
            <a:ext cx="8048496" cy="1114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Consider Emp table having index on </a:t>
            </a:r>
            <a:r>
              <a:rPr lang="en-US" alt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direct values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of the Ename column. 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55" y="3240819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626" y="4562472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69567" y="4921504"/>
            <a:ext cx="8688980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Where Clause is as follows</a:t>
            </a:r>
          </a:p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Where Initcap(ename) = ‘Smith’;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9780" y="4737093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1C656DCD-E2B1-B98A-33EC-68D62A0F550A}"/>
              </a:ext>
            </a:extLst>
          </p:cNvPr>
          <p:cNvSpPr/>
          <p:nvPr/>
        </p:nvSpPr>
        <p:spPr>
          <a:xfrm>
            <a:off x="1423294" y="5955926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A0CA80C-6F7C-EA96-D291-3BDD6588D3C5}"/>
              </a:ext>
            </a:extLst>
          </p:cNvPr>
          <p:cNvSpPr txBox="1"/>
          <p:nvPr/>
        </p:nvSpPr>
        <p:spPr>
          <a:xfrm>
            <a:off x="2944122" y="6155523"/>
            <a:ext cx="8688980" cy="371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The problem is that index will </a:t>
            </a:r>
            <a:r>
              <a:rPr lang="en-US" altLang="en-US" sz="2415" b="1" spc="96" dirty="0">
                <a:solidFill>
                  <a:srgbClr val="FF0000"/>
                </a:solidFill>
                <a:latin typeface="Montserrat Light"/>
              </a:rPr>
              <a:t>NOT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get used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80C3E9F-5FA6-8F50-4128-32B61AD0B808}"/>
              </a:ext>
            </a:extLst>
          </p:cNvPr>
          <p:cNvSpPr txBox="1"/>
          <p:nvPr/>
        </p:nvSpPr>
        <p:spPr>
          <a:xfrm>
            <a:off x="1796448" y="6130547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63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8" grpId="0" animBg="1"/>
      <p:bldP spid="9" grpId="0"/>
      <p:bldP spid="10" grpId="0"/>
      <p:bldP spid="14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521099" y="3251086"/>
            <a:ext cx="10848701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1131789" cy="2064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54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When to create </a:t>
            </a:r>
          </a:p>
          <a:p>
            <a:pPr>
              <a:lnSpc>
                <a:spcPts val="8640"/>
              </a:lnSpc>
            </a:pPr>
            <a:r>
              <a:rPr lang="en-US" sz="54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Function Based Index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5406" y="3251086"/>
            <a:ext cx="9398194" cy="1114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Whenever the where clause filters the records with some expression or formula or any function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55" y="3240819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23294" y="4471834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56235" y="4499100"/>
            <a:ext cx="8688980" cy="1486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Suppose the direct table values are indexed then the expression of formula or function will NOT get used on those indexed values. </a:t>
            </a:r>
          </a:p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It will result in Full Table scan.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9780" y="4737093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12AED57-5BF7-552E-5972-BA85CC386222}"/>
              </a:ext>
            </a:extLst>
          </p:cNvPr>
          <p:cNvSpPr/>
          <p:nvPr/>
        </p:nvSpPr>
        <p:spPr>
          <a:xfrm>
            <a:off x="1436626" y="6036425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410661B-E832-D2D7-6554-7BD718B9CEFA}"/>
              </a:ext>
            </a:extLst>
          </p:cNvPr>
          <p:cNvSpPr txBox="1"/>
          <p:nvPr/>
        </p:nvSpPr>
        <p:spPr>
          <a:xfrm>
            <a:off x="2956235" y="6264201"/>
            <a:ext cx="8688980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So, the expression values or derived values itself can be stored in the index entries!!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56F42C-4BB5-9925-B00D-EB002594C361}"/>
              </a:ext>
            </a:extLst>
          </p:cNvPr>
          <p:cNvSpPr txBox="1"/>
          <p:nvPr/>
        </p:nvSpPr>
        <p:spPr>
          <a:xfrm>
            <a:off x="1796448" y="6079790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8" grpId="0" animBg="1"/>
      <p:bldP spid="9" grpId="0"/>
      <p:bldP spid="10" grpId="0"/>
      <p:bldP spid="5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14400"/>
            <a:ext cx="10641706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Function Based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320799" y="35814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algn="ctr"/>
            <a:endParaRPr lang="en-US" sz="2415" b="1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  <a:p>
            <a:pPr algn="ctr"/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8788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57342" y="2497858"/>
            <a:ext cx="10076924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7804" y="5918248"/>
            <a:ext cx="10062399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1877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590687" y="5872119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7" name="Freeform 7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134</Words>
  <Application>Microsoft Office PowerPoint</Application>
  <PresentationFormat>Custom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Classic Bold</vt:lpstr>
      <vt:lpstr>Arial</vt:lpstr>
      <vt:lpstr>Montserrat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PPT</dc:title>
  <dc:creator>USER</dc:creator>
  <cp:lastModifiedBy>Mandar Mulay</cp:lastModifiedBy>
  <cp:revision>93</cp:revision>
  <dcterms:created xsi:type="dcterms:W3CDTF">2006-08-16T00:00:00Z</dcterms:created>
  <dcterms:modified xsi:type="dcterms:W3CDTF">2023-09-03T11:01:51Z</dcterms:modified>
  <dc:identifier>DAFomaKSJEc</dc:identifier>
</cp:coreProperties>
</file>